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0" r:id="rId8"/>
    <p:sldId id="259" r:id="rId9"/>
    <p:sldId id="258" r:id="rId10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03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4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9F1AC52-8B9E-1EE3-BC28-D64111AD2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F409B3F-5E8F-A98C-51CE-3845BDE3C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1D81FE9-1632-4D60-EACB-08DBB02B8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30-182B-4BD4-A937-A7B779A7972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B55F1DD-B486-C534-56CC-E5FEDACB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11F49AB-7A4C-E690-2ED8-DB5C687F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1902-EFB3-43D7-97C8-FA9319D6B8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375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16FF27-5CB4-B3C7-10C2-3DCD9008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7C0A0EE-B558-C2BC-024B-0C6FA421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D8B745D-80DB-914A-D532-1987738B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30-182B-4BD4-A937-A7B779A7972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9CAC284-C7F8-667E-172B-55436786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6864A7E-C34D-8793-823F-5CCE7902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1902-EFB3-43D7-97C8-FA9319D6B8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5270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B5631DD-85AD-42A1-2495-B2445EFD1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A478D95-AC11-BF86-8560-4ADA86976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1E61808-C962-90D5-7C12-2005D546E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30-182B-4BD4-A937-A7B779A7972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0543B01-A17F-3F8A-844B-1FC3CD826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81815F1-13AB-C276-B9EC-18DD7A2A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1902-EFB3-43D7-97C8-FA9319D6B8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821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E4A2B05-962C-7280-E07A-BAAAFEE4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5C3AAB3-2092-3559-F1DE-BD11EC276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498600A-C633-14DC-0B30-E006A9BF0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F031FC4-2056-5129-0716-9364A826A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30-182B-4BD4-A937-A7B779A7972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F192694-E463-1917-5F57-B34D7C85C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9C55948-D61F-3A54-E601-5C9BD5513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1902-EFB3-43D7-97C8-FA9319D6B8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2354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CB2BD5-1C99-5B38-8B4F-56A69424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900FA45-ACA8-EB81-300A-4436E4A01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270C6A4-28B7-94DC-0AB6-DFE501DB9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0872B59C-C25C-0F42-448B-49450500E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8B5E2792-BF5B-7880-0BD3-1626A582A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E4F04B1-C2F3-561C-7F75-3919069F7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30-182B-4BD4-A937-A7B779A7972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78C6697-1120-0A6C-6ACE-4B208832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EEB0B25-5FF2-4B13-B902-1D14A04C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1902-EFB3-43D7-97C8-FA9319D6B8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617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96B5FEE-7B03-3E0A-0834-1106EA29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1ED8508A-D651-CA17-187D-A3B58096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30-182B-4BD4-A937-A7B779A7972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7541DAA-6516-415C-0F61-031B46B7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8B74CC4-D5C2-A885-B0E5-B794F9723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1902-EFB3-43D7-97C8-FA9319D6B8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4046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D6B4457B-1CFA-2DF8-3E20-AAD5652D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30-182B-4BD4-A937-A7B779A7972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0EF09CD-9604-9D99-E86F-4E328671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E1ECBC2-BC63-61E1-1352-32588A9E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1902-EFB3-43D7-97C8-FA9319D6B8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658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B4BEB9-EB7B-BC17-A154-E58BC4D77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7F795EC-16EA-2B4C-0447-4D33488FB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F0F2A01-E85E-6BE7-1FA2-1C7730AA6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7BE2B79-0926-435B-F14E-9DC71B0B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30-182B-4BD4-A937-A7B779A7972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394E907-9E06-0A23-93A0-628ADD74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4999D49-49D1-8DBF-6A59-D7D60DA4E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1902-EFB3-43D7-97C8-FA9319D6B8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79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C28FE8-5A5B-B6A1-B9F8-6382AECA0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C0357409-C32D-CCD3-F3A9-33E2B2A1A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1902F07-4FB1-EBB5-DBD3-BBE99DBAF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D89110D-3214-87EE-535E-E6FD56565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30-182B-4BD4-A937-A7B779A7972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5A448A3-4624-5691-D21D-0157316A7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261BCD-24B1-F6EC-902D-1C82BB38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1902-EFB3-43D7-97C8-FA9319D6B8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05299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97BDC82-929D-2B17-6837-7E488DD5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807973E-ACA4-2EE1-347E-287876825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B45AF49-6233-12FE-24BD-315BAFF6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30-182B-4BD4-A937-A7B779A7972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1069B38-C9B1-1B04-B270-3DEDD3074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D75404C-B71A-D26E-05B7-9DB09B31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1902-EFB3-43D7-97C8-FA9319D6B8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4840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9A12A06-2D1D-46A8-2403-139ED4A5C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54F0AB0-BB14-419C-243F-F3230A1D8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1C2DD4B-6A16-93EC-BE79-99E869414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30-182B-4BD4-A937-A7B779A7972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457AD83-CA01-FB4E-059F-BD8BCB050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2D7EC01-EA1A-0637-58AD-920EED01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31902-EFB3-43D7-97C8-FA9319D6B8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731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0327EE9C-4FB4-EC32-DEB2-5C59D1CBB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662BFDC-3962-AB84-1BBB-0DC173A4E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0F21491-FD18-1925-964D-8485753A8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FE630-182B-4BD4-A937-A7B779A79725}" type="datetimeFigureOut">
              <a:rPr lang="he-IL" smtClean="0"/>
              <a:t>ו'/אב/תשפ"ו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F5E0672-D04D-27EF-87F2-EC1011DF6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6067B72-3814-FE4B-939A-9CABF2998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31902-EFB3-43D7-97C8-FA9319D6B8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3186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B52788-2D40-86B6-2C7A-28B38EFE42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9BFB321-D305-F6D9-6418-E7DB165F5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A23E154-EB57-7CD8-DF86-FBA476AB8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89" y="785553"/>
            <a:ext cx="11768490" cy="528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772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760061E4-A67E-E719-2F0E-C2EA7C8AD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02" b="89869" l="1360" r="90063">
                        <a14:foregroundMark x1="5439" y1="22702" x2="39749" y2="29081"/>
                        <a14:foregroundMark x1="39749" y1="29081" x2="42782" y2="51970"/>
                        <a14:foregroundMark x1="42782" y1="51970" x2="37552" y2="64353"/>
                        <a14:foregroundMark x1="37552" y1="64353" x2="18096" y2="58537"/>
                        <a14:foregroundMark x1="18096" y1="58537" x2="7950" y2="45028"/>
                        <a14:foregroundMark x1="7950" y1="45028" x2="6799" y2="27205"/>
                        <a14:foregroundMark x1="5858" y1="29456" x2="5962" y2="47092"/>
                        <a14:foregroundMark x1="5962" y1="47092" x2="14958" y2="53659"/>
                        <a14:foregroundMark x1="7531" y1="65291" x2="10983" y2="49906"/>
                        <a14:foregroundMark x1="13285" y1="62664" x2="18828" y2="60038"/>
                        <a14:foregroundMark x1="20607" y1="26642" x2="35356" y2="23452"/>
                        <a14:foregroundMark x1="45084" y1="14259" x2="50314" y2="13884"/>
                        <a14:foregroundMark x1="50314" y1="13884" x2="56381" y2="13884"/>
                        <a14:foregroundMark x1="837" y1="3189" x2="6799" y2="4315"/>
                        <a14:foregroundMark x1="6799" y1="4315" x2="1464" y2="5816"/>
                        <a14:foregroundMark x1="2092" y1="3189" x2="4498" y2="3002"/>
                        <a14:foregroundMark x1="6590" y1="4878" x2="22594" y2="3002"/>
                        <a14:foregroundMark x1="38808" y1="7692" x2="43305" y2="11820"/>
                        <a14:foregroundMark x1="43305" y1="11820" x2="52510" y2="14634"/>
                        <a14:foregroundMark x1="43619" y1="14822" x2="56485" y2="10319"/>
                        <a14:foregroundMark x1="45816" y1="15572" x2="53033" y2="15760"/>
                        <a14:foregroundMark x1="51255" y1="17824" x2="52615" y2="17448"/>
                        <a14:foregroundMark x1="53766" y1="15385" x2="48745" y2="20263"/>
                        <a14:foregroundMark x1="46339" y1="12570" x2="53870" y2="8818"/>
                        <a14:foregroundMark x1="53870" y1="8818" x2="54079" y2="8818"/>
                        <a14:foregroundMark x1="55439" y1="13133" x2="52197" y2="20075"/>
                        <a14:foregroundMark x1="52197" y1="20075" x2="49268" y2="20826"/>
                      </a14:backgroundRemoval>
                    </a14:imgEffect>
                  </a14:imgLayer>
                </a14:imgProps>
              </a:ext>
            </a:extLst>
          </a:blip>
          <a:srcRect l="1070"/>
          <a:stretch>
            <a:fillRect/>
          </a:stretch>
        </p:blipFill>
        <p:spPr>
          <a:xfrm>
            <a:off x="226142" y="507627"/>
            <a:ext cx="11128685" cy="627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121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42F1A946-2974-339B-D872-05D39D863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35" b="96089" l="737" r="90000">
                        <a14:foregroundMark x1="31789" y1="11359" x2="54842" y2="10801"/>
                        <a14:foregroundMark x1="54842" y1="10801" x2="55263" y2="10801"/>
                        <a14:foregroundMark x1="7789" y1="28492" x2="33158" y2="28678"/>
                        <a14:foregroundMark x1="33158" y1="28678" x2="62526" y2="27002"/>
                        <a14:foregroundMark x1="62526" y1="27002" x2="62632" y2="27188"/>
                        <a14:foregroundMark x1="8000" y1="37430" x2="49789" y2="40410"/>
                        <a14:foregroundMark x1="49789" y1="40410" x2="42000" y2="28678"/>
                        <a14:foregroundMark x1="42000" y1="28678" x2="38632" y2="13408"/>
                        <a14:foregroundMark x1="38632" y1="13408" x2="33579" y2="3724"/>
                        <a14:foregroundMark x1="33579" y1="3724" x2="19053" y2="6331"/>
                        <a14:foregroundMark x1="19053" y1="6331" x2="30316" y2="20298"/>
                        <a14:foregroundMark x1="30316" y1="20298" x2="23368" y2="24395"/>
                        <a14:foregroundMark x1="41368" y1="14525" x2="46211" y2="24395"/>
                        <a14:foregroundMark x1="46211" y1="24395" x2="52316" y2="29609"/>
                        <a14:foregroundMark x1="52316" y1="29609" x2="59684" y2="19367"/>
                        <a14:foregroundMark x1="61368" y1="18436" x2="60947" y2="36313"/>
                        <a14:foregroundMark x1="60947" y1="36313" x2="64000" y2="29050"/>
                        <a14:foregroundMark x1="62737" y1="17132" x2="59053" y2="27188"/>
                        <a14:foregroundMark x1="65053" y1="11359" x2="61684" y2="16946"/>
                        <a14:foregroundMark x1="63053" y1="11359" x2="52211" y2="15829"/>
                        <a14:foregroundMark x1="65684" y1="12849" x2="51579" y2="38734"/>
                        <a14:foregroundMark x1="51579" y1="38734" x2="65789" y2="42831"/>
                        <a14:foregroundMark x1="65789" y1="42831" x2="44947" y2="43762"/>
                        <a14:foregroundMark x1="44947" y1="43762" x2="22000" y2="35382"/>
                        <a14:foregroundMark x1="22000" y1="35382" x2="13263" y2="36685"/>
                        <a14:foregroundMark x1="13263" y1="36685" x2="4526" y2="29981"/>
                        <a14:foregroundMark x1="4526" y1="29981" x2="3263" y2="31099"/>
                        <a14:foregroundMark x1="5368" y1="23277" x2="12526" y2="29609"/>
                        <a14:foregroundMark x1="12526" y1="29609" x2="25053" y2="31285"/>
                        <a14:foregroundMark x1="25053" y1="31285" x2="28316" y2="34637"/>
                        <a14:foregroundMark x1="3789" y1="32402" x2="6316" y2="40596"/>
                        <a14:foregroundMark x1="6316" y1="40596" x2="34000" y2="44879"/>
                        <a14:foregroundMark x1="34000" y1="44879" x2="38947" y2="43762"/>
                        <a14:foregroundMark x1="38947" y1="43762" x2="38947" y2="43762"/>
                        <a14:foregroundMark x1="8421" y1="22905" x2="24737" y2="27747"/>
                        <a14:foregroundMark x1="1368" y1="3911" x2="3895" y2="5773"/>
                        <a14:foregroundMark x1="5474" y1="2235" x2="14842" y2="7821"/>
                        <a14:foregroundMark x1="20211" y1="5400" x2="5579" y2="5587"/>
                        <a14:foregroundMark x1="5579" y1="5587" x2="1158" y2="8007"/>
                        <a14:foregroundMark x1="1158" y1="8007" x2="947" y2="8194"/>
                        <a14:foregroundMark x1="1474" y1="2235" x2="1579" y2="5773"/>
                        <a14:foregroundMark x1="1684" y1="4655" x2="16947" y2="10987"/>
                        <a14:foregroundMark x1="16947" y1="10987" x2="17263" y2="10987"/>
                        <a14:foregroundMark x1="6105" y1="5400" x2="1895" y2="7635"/>
                        <a14:foregroundMark x1="1895" y1="7635" x2="2421" y2="10801"/>
                        <a14:foregroundMark x1="5579" y1="34637" x2="3579" y2="45438"/>
                        <a14:foregroundMark x1="3579" y1="45438" x2="8211" y2="45996"/>
                        <a14:foregroundMark x1="8211" y1="45996" x2="8842" y2="45438"/>
                        <a14:foregroundMark x1="61684" y1="37989" x2="67263" y2="39479"/>
                        <a14:foregroundMark x1="67263" y1="39479" x2="67684" y2="38361"/>
                        <a14:foregroundMark x1="65263" y1="32961" x2="66947" y2="42831"/>
                        <a14:foregroundMark x1="66947" y1="42831" x2="69474" y2="41527"/>
                        <a14:foregroundMark x1="67263" y1="36313" x2="66737" y2="35568"/>
                        <a14:foregroundMark x1="66737" y1="35009" x2="68947" y2="43389"/>
                        <a14:foregroundMark x1="68947" y1="43389" x2="68947" y2="42458"/>
                        <a14:foregroundMark x1="69789" y1="37803" x2="68632" y2="41341"/>
                        <a14:foregroundMark x1="70632" y1="39851" x2="68105" y2="44320"/>
                        <a14:foregroundMark x1="67158" y1="14898" x2="62211" y2="17877"/>
                        <a14:foregroundMark x1="68316" y1="14153" x2="62421" y2="16015"/>
                        <a14:foregroundMark x1="67895" y1="14711" x2="64947" y2="18622"/>
                        <a14:foregroundMark x1="68000" y1="13780" x2="60842" y2="13780"/>
                        <a14:foregroundMark x1="65895" y1="12663" x2="51158" y2="13035"/>
                        <a14:foregroundMark x1="51158" y1="13035" x2="51158" y2="13035"/>
                        <a14:foregroundMark x1="66211" y1="13222" x2="68000" y2="13222"/>
                        <a14:foregroundMark x1="67789" y1="16760" x2="66526" y2="20112"/>
                        <a14:foregroundMark x1="13263" y1="49162" x2="17474" y2="87709"/>
                        <a14:foregroundMark x1="17474" y1="87709" x2="27053" y2="91806"/>
                        <a14:foregroundMark x1="17789" y1="51769" x2="19263" y2="74115"/>
                        <a14:foregroundMark x1="19263" y1="74115" x2="25263" y2="62197"/>
                        <a14:foregroundMark x1="26105" y1="52514" x2="27789" y2="68529"/>
                        <a14:foregroundMark x1="27789" y1="68529" x2="28526" y2="57169"/>
                        <a14:foregroundMark x1="28421" y1="54190" x2="31789" y2="80819"/>
                        <a14:foregroundMark x1="34842" y1="61639" x2="37053" y2="89944"/>
                        <a14:foregroundMark x1="38211" y1="61639" x2="40000" y2="79888"/>
                        <a14:foregroundMark x1="40526" y1="64618" x2="42737" y2="78026"/>
                        <a14:foregroundMark x1="42737" y1="78026" x2="44316" y2="79143"/>
                        <a14:foregroundMark x1="45684" y1="65177" x2="47474" y2="84544"/>
                        <a14:foregroundMark x1="50421" y1="71136" x2="53053" y2="87523"/>
                        <a14:foregroundMark x1="56947" y1="70950" x2="58632" y2="87337"/>
                        <a14:foregroundMark x1="59474" y1="72812" x2="63789" y2="91993"/>
                        <a14:foregroundMark x1="52526" y1="80447" x2="36632" y2="88268"/>
                        <a14:foregroundMark x1="36632" y1="87709" x2="30421" y2="89758"/>
                        <a14:foregroundMark x1="29895" y1="94972" x2="20105" y2="96089"/>
                        <a14:foregroundMark x1="10737" y1="57169" x2="11263" y2="71508"/>
                        <a14:foregroundMark x1="33263" y1="54190" x2="33158" y2="47672"/>
                        <a14:foregroundMark x1="36211" y1="53818" x2="40105" y2="58659"/>
                        <a14:foregroundMark x1="42842" y1="62011" x2="45579" y2="63128"/>
                        <a14:foregroundMark x1="48211" y1="65922" x2="53368" y2="67784"/>
                        <a14:foregroundMark x1="56842" y1="69460" x2="59474" y2="70391"/>
                        <a14:foregroundMark x1="54947" y1="84544" x2="53684" y2="87896"/>
                        <a14:foregroundMark x1="47789" y1="67039" x2="45895" y2="65177"/>
                        <a14:foregroundMark x1="69158" y1="65177" x2="72526" y2="65177"/>
                        <a14:foregroundMark x1="75263" y1="67039" x2="75895" y2="79143"/>
                        <a14:foregroundMark x1="75158" y1="83426" x2="71053" y2="87337"/>
                        <a14:foregroundMark x1="66211" y1="89572" x2="61684" y2="90875"/>
                        <a14:foregroundMark x1="59895" y1="90875" x2="69263" y2="89572"/>
                        <a14:foregroundMark x1="72211" y1="88641" x2="74526" y2="87523"/>
                        <a14:foregroundMark x1="77053" y1="81564" x2="75368" y2="76909"/>
                        <a14:foregroundMark x1="71158" y1="67412" x2="68421" y2="66853"/>
                        <a14:foregroundMark x1="62105" y1="66108" x2="56105" y2="64246"/>
                        <a14:foregroundMark x1="54947" y1="64060" x2="63053" y2="62942"/>
                        <a14:foregroundMark x1="66421" y1="61825" x2="68737" y2="62197"/>
                        <a14:foregroundMark x1="73263" y1="67784" x2="73158" y2="65549"/>
                        <a14:foregroundMark x1="74316" y1="65549" x2="75263" y2="68901"/>
                        <a14:foregroundMark x1="54000" y1="84730" x2="57158" y2="88454"/>
                        <a14:foregroundMark x1="32947" y1="91434" x2="31789" y2="93855"/>
                        <a14:foregroundMark x1="12737" y1="90317" x2="13579" y2="93669"/>
                        <a14:foregroundMark x1="12526" y1="81378" x2="12105" y2="83054"/>
                        <a14:foregroundMark x1="12632" y1="76723" x2="12632" y2="77467"/>
                        <a14:foregroundMark x1="13053" y1="74860" x2="12947" y2="86034"/>
                        <a14:foregroundMark x1="12947" y1="86220" x2="13053" y2="91248"/>
                        <a14:foregroundMark x1="15053" y1="94413" x2="19263" y2="95158"/>
                        <a14:foregroundMark x1="12947" y1="52700" x2="12316" y2="62384"/>
                        <a14:backgroundMark x1="69789" y1="61639" x2="70842" y2="635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7310" y="325796"/>
            <a:ext cx="11282294" cy="637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52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CF623D-C2EA-F730-1987-68D58C6A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848FA714-958A-3828-8D4F-921E54C32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623" y="310140"/>
            <a:ext cx="11135566" cy="626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896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CF623D-C2EA-F730-1987-68D58C6A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EC618563-E52C-B2B9-BD38-A3F940600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123" y="116379"/>
            <a:ext cx="11339949" cy="637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32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CF623D-C2EA-F730-1987-68D58C6A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551D748-107D-4961-D0F8-507C9E79A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C885187-E37C-2E21-51C2-1E236A170D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7"/>
          <a:stretch>
            <a:fillRect/>
          </a:stretch>
        </p:blipFill>
        <p:spPr>
          <a:xfrm>
            <a:off x="491613" y="216310"/>
            <a:ext cx="11080492" cy="627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875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CF623D-C2EA-F730-1987-68D58C6A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1692A13D-0456-2692-0478-FA82A973E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27" t="1330" r="1230" b="1100"/>
          <a:stretch>
            <a:fillRect/>
          </a:stretch>
        </p:blipFill>
        <p:spPr>
          <a:xfrm>
            <a:off x="304800" y="235974"/>
            <a:ext cx="11208774" cy="633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74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CF623D-C2EA-F730-1987-68D58C6A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551D748-107D-4961-D0F8-507C9E79A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62581C76-4A94-FCE3-0447-B5F5527BD1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7" t="470" r="585" b="2083"/>
          <a:stretch>
            <a:fillRect/>
          </a:stretch>
        </p:blipFill>
        <p:spPr>
          <a:xfrm>
            <a:off x="422787" y="196645"/>
            <a:ext cx="11248103" cy="629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647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CF623D-C2EA-F730-1987-68D58C6A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551D748-107D-4961-D0F8-507C9E79A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251DC10-D9E8-D640-A741-50F428AE9A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5" r="947"/>
          <a:stretch>
            <a:fillRect/>
          </a:stretch>
        </p:blipFill>
        <p:spPr>
          <a:xfrm>
            <a:off x="471948" y="245806"/>
            <a:ext cx="11238271" cy="637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97362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מסך רחב</PresentationFormat>
  <Paragraphs>0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This User</dc:creator>
  <cp:lastModifiedBy>This User</cp:lastModifiedBy>
  <cp:revision>2</cp:revision>
  <dcterms:created xsi:type="dcterms:W3CDTF">2026-07-20T11:04:08Z</dcterms:created>
  <dcterms:modified xsi:type="dcterms:W3CDTF">2026-07-20T11:18:15Z</dcterms:modified>
</cp:coreProperties>
</file>